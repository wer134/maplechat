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5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presProps" Target="presProps.xml"  /><Relationship Id="rId12" Type="http://schemas.openxmlformats.org/officeDocument/2006/relationships/viewProps" Target="viewProps.xml"  /><Relationship Id="rId13" Type="http://schemas.openxmlformats.org/officeDocument/2006/relationships/theme" Target="theme/theme1.xml"  /><Relationship Id="rId14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image" Target="../media/image1.png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Relationship Id="rId4" Type="http://schemas.openxmlformats.org/officeDocument/2006/relationships/slideLayout" Target="../slideLayouts/slideLayout1.xml"  /><Relationship Id="rId5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image" Target="../media/image4.png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slideLayout" Target="../slideLayouts/slideLayout1.xml"  /><Relationship Id="rId6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image" Target="../media/image8.png"  /><Relationship Id="rId2" Type="http://schemas.openxmlformats.org/officeDocument/2006/relationships/image" Target="../media/image9.png"  /><Relationship Id="rId3" Type="http://schemas.openxmlformats.org/officeDocument/2006/relationships/image" Target="../media/image10.png"  /><Relationship Id="rId4" Type="http://schemas.openxmlformats.org/officeDocument/2006/relationships/slideLayout" Target="../slideLayouts/slideLayout1.xml"  /><Relationship Id="rId5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image" Target="../media/image11.png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Relationship Id="rId4" Type="http://schemas.openxmlformats.org/officeDocument/2006/relationships/image" Target="../media/image14.png"  /><Relationship Id="rId5" Type="http://schemas.openxmlformats.org/officeDocument/2006/relationships/image" Target="../media/image15.png"  /><Relationship Id="rId6" Type="http://schemas.openxmlformats.org/officeDocument/2006/relationships/slideLayout" Target="../slideLayouts/slideLayout1.xml"  /><Relationship Id="rId7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image" Target="../media/image16.png"  /><Relationship Id="rId2" Type="http://schemas.openxmlformats.org/officeDocument/2006/relationships/image" Target="../media/image17.png"  /><Relationship Id="rId3" Type="http://schemas.openxmlformats.org/officeDocument/2006/relationships/image" Target="../media/image18.png"  /><Relationship Id="rId4" Type="http://schemas.openxmlformats.org/officeDocument/2006/relationships/slideLayout" Target="../slideLayouts/slideLayout1.xml"  /><Relationship Id="rId5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포트폴리오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ko-KR" altLang="en-US" sz="6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김</a:t>
            </a:r>
            <a:r>
              <a:rPr lang="en-US" sz="6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동 수</a:t>
            </a:r>
            <a:endParaRPr lang="en-US" sz="60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2606040"/>
            <a:ext cx="292608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2026 하반기 현장실습 · QA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정보통신공학부  |  한국기술교육대학교</a:t>
            </a:r>
            <a:endParaRPr lang="en-US" sz="1300">
              <a:solidFill>
                <a:srgbClr val="9ca3af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  <a:defRPr/>
            </a:pPr>
            <a:r>
              <a:rPr lang="en-US" sz="130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GitHub: github.com/wer134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6583680" y="-731520"/>
            <a:ext cx="3474720" cy="347472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223760" y="2560320"/>
            <a:ext cx="2286000" cy="2286000"/>
          </a:xfrm>
          <a:prstGeom prst="ellipse">
            <a:avLst/>
          </a:prstGeom>
          <a:solidFill>
            <a:srgbClr val="0077b6">
              <a:alpha val="12000"/>
            </a:srgbClr>
          </a:solidFill>
          <a:ln w="12700">
            <a:solidFill>
              <a:srgbClr val="0077b6">
                <a:alpha val="2000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Pearl Abyss · 현장실습 지원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자기소개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926080" cy="329184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29260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정보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정보통신공학부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55117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25511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한국기술교육대학교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04495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3044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4학년 1학기 (7학기)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5387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군복무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3538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육군 병장 만기전역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03250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40325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통신·정보·박격포 겸직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14173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게임을 플레이어로도, 개발자로도 바라본 경험을 가진 예비 QA 엔지니어입니다.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구조 파악과 재현 가능한 결함 발견에 관심이 있습니다.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66160" y="2514600"/>
            <a:ext cx="1600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2232" y="2670048"/>
            <a:ext cx="411480" cy="4114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566160" y="3127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검증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566160" y="345643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응답 구조 파악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이상값 처리 경험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349240" y="2514600"/>
            <a:ext cx="1600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2" y="2670048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349240" y="3127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 재현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349240" y="345643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케이스 격리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원인 좁히기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7132320" y="2514600"/>
            <a:ext cx="1600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2" y="2670048"/>
            <a:ext cx="411480" cy="41148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132320" y="3127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이해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7132320" y="3456432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FM·FC·스컬 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1,100시간+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MapleChat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메이플스토리 캐릭터 조회 + 실시간 채팅 풀스택 웹앱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560320" cy="347472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maple-chat.vercel.app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1920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2860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8163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캐릭터 조회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2004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넥슨 Open API 연동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장비·스탯·어빌리티·유니온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06040" y="210312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06040" y="2103120"/>
            <a:ext cx="1920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2860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06040" y="28163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유니온 배치도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606040" y="32004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20×20 인터랙티브 그리드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직업군별 색상·필터·검색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0" y="210312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54880" y="2103120"/>
            <a:ext cx="1920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28600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54880" y="28163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채팅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54880" y="32004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WebSocket(STOMP) 기반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캐릭터 이미지 프로필 연동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903720" y="210312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903720" y="2103120"/>
            <a:ext cx="19202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28600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03720" y="28163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데스크탑 앱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903720" y="32004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빌드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.exe 배포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역할: 1인 풀스택 개발  |  기간: 2024  |  커밋: 146+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 &amp; 아키텍처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45920" y="1417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CSS Variables · Electron 33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4114800" cy="420624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202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19202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· Java 17 · WebClient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231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0" y="24231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STOMP over SockJS (Spring WebSocket)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4114800" cy="420624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260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45920" y="29260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넥슨 MapleStory Open API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290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45920" y="342900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(FE) · Railway (BE)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4114800" cy="420624"/>
          </a:xfrm>
          <a:prstGeom prst="rect">
            <a:avLst/>
          </a:prstGeom>
          <a:solidFill>
            <a:srgbClr val="F8F9FA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319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45920" y="39319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SpringDoc OpenAPI (Swagger UI)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0" y="1371600"/>
            <a:ext cx="3657600" cy="338328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57800" y="1874520"/>
            <a:ext cx="3200400" cy="411480"/>
          </a:xfrm>
          <a:prstGeom prst="rect">
            <a:avLst/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191109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Electron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257800" y="2468880"/>
            <a:ext cx="32004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50545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(Vercel)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257800" y="3063240"/>
            <a:ext cx="3200400" cy="411480"/>
          </a:xfrm>
          <a:prstGeom prst="rect">
            <a:avLst/>
          </a:prstGeom>
          <a:solidFill>
            <a:srgbClr val="1E4038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309981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Backend (Railway)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57800" y="3657600"/>
            <a:ext cx="3200400" cy="411480"/>
          </a:xfrm>
          <a:prstGeom prst="rect">
            <a:avLst/>
          </a:prstGeom>
          <a:solidFill>
            <a:srgbClr val="3B2A4E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3694176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넥슨 Open API + STOMP Broker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57800" y="23042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HTTP REST / WebSocket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257800" y="28986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WebClient (비동기)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57800" y="34930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API 호출 / STOMP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PERSPECTIVE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관점의 핵심 구현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64008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824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44475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응답 데이터 검증 &amp; 정규화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82880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 </a:t>
            </a:r>
            <a:pPr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넥슨 API가 동일 슬롯을 '반지1', '반지 (1)', '반지(1)'로 불일치 반환  </a:t>
            </a:r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숫자·공백·괄호 제거로 슬롯명 정규화 → 장비창 레이아웃 오류 원천 차단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560320"/>
            <a:ext cx="8229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560320"/>
            <a:ext cx="64008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7121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63347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 호출 + 항목별 에러 격리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43000" y="30175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 </a:t>
            </a:r>
            <a:pPr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캐릭터 조회 시 5개 API 순차 호출 → 하나 실패 시 전체 화면 오류  </a:t>
            </a:r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 병렬 호출 + 항목별 에러 상태 분리 → 부분 실패에도 나머지 정상 표시, 항목별 재시도 버튼 제공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749040"/>
            <a:ext cx="8229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749040"/>
            <a:ext cx="64008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5993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382219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OCID 인메모리 캐시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43000" y="420624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 </a:t>
            </a:r>
            <a:pPr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→ OCID 변환 2-step 구조로 반복 조회 시 불필요한 API 호출 발생  </a:t>
            </a:r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ConcurrentHashMap 캐시 적용 → 동일 캐릭터 반복 조회 시 API 호출 제거, 일관된 응답 보장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창고 재고관리 시스템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 기획·설계·구현 / HTML · CSS · JavaScript (단일 파일 웹앱)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기능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0312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08483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창고 · 물류사별 재고 현황 관리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2432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60604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발주 관리 (발주 생성 · 입고 처리 · 이력)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4553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312724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/ 일반 사용자 역할 기반 권한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66674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364845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 코드 분류 체계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187952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14400" y="416966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창고별 / 물류사별 뷰 분리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4572000" y="1645920"/>
            <a:ext cx="4114800" cy="310896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4572000" y="17190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인사이트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754880" y="2194560"/>
            <a:ext cx="3749040" cy="1097280"/>
          </a:xfrm>
          <a:prstGeom prst="rect">
            <a:avLst/>
          </a:prstGeom>
          <a:solidFill>
            <a:srgbClr val="1E2A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4846320" y="22677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테스트 실패 경험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4846320" y="259689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완성 후 첫 사용자가 첫 화면에서 막힘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만드는 사람과 쓰는 사람의 시각 차이를 직접 체감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4754880" y="3474720"/>
            <a:ext cx="3749040" cy="1097280"/>
          </a:xfrm>
          <a:prstGeom prst="rect">
            <a:avLst/>
          </a:prstGeom>
          <a:solidFill>
            <a:srgbClr val="1E2A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846320" y="35478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발견 → 재현 → 수정 사이클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4846320" y="387705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 레이블·흐름 개선을 반복하며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결함을 재현 가능한 형태로 좁혀가는 습관 형성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배운 점 &amp; 성과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118872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146+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MapleChat 커밋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118872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1,100h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9184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플레이 경험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560320" cy="118872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11개월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2648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강사·총무 겸직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2560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852928"/>
            <a:ext cx="411480" cy="411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의심하기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373075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응답값을 신뢰하지 않고 직접 검증하는 습관. 슬롯 정규화, 에러 케이스 격리를 통해 체득함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91840" y="2743200"/>
            <a:ext cx="2560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852928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91840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 가능한 수정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383280" y="373075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수정이 아니라 어느 조건에서 문제가 생기는지를 먼저 좁히는 접근법을 프로젝트 내내 적용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126480" y="2743200"/>
            <a:ext cx="25603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852928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26480" y="3337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시각 유지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217920" y="3730752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800시간 등 다양한 장르를 통해 게임을 분석적으로 보는 시각을 자연스럽게 습득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114800" cy="41148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검토해 주셔서 감사합니다.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 </a:t>
            </a:r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github.com/wer134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maple-chat.vercel.app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하반기 현장실습 · QA  |  펄어비스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472</ep:Words>
  <ep:PresentationFormat>On-screen Show (16:9)</ep:PresentationFormat>
  <ep:Paragraphs>113</ep:Paragraphs>
  <ep:Slides>8</ep:Slides>
  <ep:Notes>8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ep:HeadingPairs>
  <ep:TitlesOfParts>
    <vt:vector size="9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2026-05-09T13:55:00.000</dcterms:created>
  <dc:creator>PptxGenJS</dc:creator>
  <cp:lastModifiedBy>김동수</cp:lastModifiedBy>
  <dcterms:modified xsi:type="dcterms:W3CDTF">2026-05-09T14:24:36.144</dcterms:modified>
  <cp:revision>2</cp:revision>
  <dc:subject>PptxGenJS Presentation</dc:subject>
  <dc:title>PptxGenJS Presentation</dc:title>
  <cp:version/>
</cp:coreProperties>
</file>